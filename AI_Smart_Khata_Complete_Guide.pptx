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B4A6">
              <a:alpha val="15000"/>
            </a:srgbClr>
          </a:solidFill>
          <a:ln w="12700">
            <a:solidFill>
              <a:srgbClr val="00B4A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22960"/>
            <a:ext cx="2926080" cy="34747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22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COMPLETE PROJECT GUIDE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Khata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26771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B4A6"/>
                </a:solidFill>
              </a:rPr>
              <a:t>Everything You Need to Know About Your FYP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2852928"/>
            <a:ext cx="36576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999232"/>
            <a:ext cx="1508760" cy="32918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992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17 Features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67128" y="2999232"/>
            <a:ext cx="1508760" cy="32918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2167128" y="29992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 Languages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31336" y="2999232"/>
            <a:ext cx="1508760" cy="32918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831336" y="29992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8 AI Intents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95544" y="2999232"/>
            <a:ext cx="1508760" cy="32918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5495544" y="29992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 Phases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59752" y="2999232"/>
            <a:ext cx="1508760" cy="32918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7159752" y="29992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20 Weeks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5537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COMSATS University Islamabad, Sahiwal Campus  •  BSE Semester 6  •  FYP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AI Smart Khata?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87552"/>
            <a:ext cx="859536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 voice-controlled AI business management app for small Pakistani shopkeepers.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121408"/>
            <a:ext cx="4251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21408"/>
            <a:ext cx="4251960" cy="38404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94560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1671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4048" y="257860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Small Pakistani shops use manual Khata registers. Errors, lost records, no analytics, zero automation.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2121408"/>
            <a:ext cx="4251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2121408"/>
            <a:ext cx="4251960" cy="384048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194560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0640" y="21671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18888" y="257860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AI Smart Khata lets shopkeepers manage everything by voice — in Urdu, Punjabi, or English.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4320" y="3538728"/>
            <a:ext cx="4251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3538728"/>
            <a:ext cx="4251960" cy="384048"/>
          </a:xfrm>
          <a:prstGeom prst="rect">
            <a:avLst/>
          </a:prstGeom>
          <a:solidFill>
            <a:srgbClr val="6C63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11880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" y="35844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 Users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84048" y="399592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Kiryana store owners, general merchants, small traders across Pakistan.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9160" y="3538728"/>
            <a:ext cx="4251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3538728"/>
            <a:ext cx="4251960" cy="384048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11880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20640" y="35844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Cost to Build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18888" y="399592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100% free. All tools run locally. No cloud APIs, no paid services needed.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Languages &amp; Voice AI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2779776" cy="148132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79776" cy="3840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058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English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63FF"/>
                </a:solidFill>
              </a:rPr>
              <a:t>Latin Script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73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Ali paid 500 rupees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36976" y="960120"/>
            <a:ext cx="2779776" cy="148132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6976" y="960120"/>
            <a:ext cx="2779776" cy="38404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2" name="Text 10"/>
          <p:cNvSpPr/>
          <p:nvPr/>
        </p:nvSpPr>
        <p:spPr>
          <a:xfrm>
            <a:off x="3346704" y="10058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Urdu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46704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A6"/>
                </a:solidFill>
              </a:rPr>
              <a:t>اردو Script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46704" y="173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علی نے 500 روپے دیے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9632" y="960120"/>
            <a:ext cx="2779776" cy="148132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960120"/>
            <a:ext cx="2779776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0058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Punjabi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</a:rPr>
              <a:t>Urdu Alphabet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17373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علی نے 500 روپئے دِتے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5786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Voice AI Pipeline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999232"/>
            <a:ext cx="1207008" cy="1783080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99232"/>
            <a:ext cx="1207008" cy="29260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9992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 Speaks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3337560"/>
            <a:ext cx="11155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Urdu / Punjabi / English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481328" y="3547872"/>
            <a:ext cx="73152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1554480" y="2999232"/>
            <a:ext cx="1207008" cy="1783080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554480" y="2999232"/>
            <a:ext cx="1207008" cy="2926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Text 26"/>
          <p:cNvSpPr/>
          <p:nvPr/>
        </p:nvSpPr>
        <p:spPr>
          <a:xfrm>
            <a:off x="1600200" y="29992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Whisper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00200" y="3337560"/>
            <a:ext cx="11155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Speech → Text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61488" y="3547872"/>
            <a:ext cx="73152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2999232"/>
            <a:ext cx="1207008" cy="1783080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834640" y="2999232"/>
            <a:ext cx="1207008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2880360" y="29992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BERT NLP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880360" y="3337560"/>
            <a:ext cx="11155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Detect Intent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41648" y="3547872"/>
            <a:ext cx="73152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0" y="2999232"/>
            <a:ext cx="1207008" cy="1783080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0" y="2999232"/>
            <a:ext cx="1207008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4160520" y="29992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Extract Entities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60520" y="3337560"/>
            <a:ext cx="11155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Name, Amount, Product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21808" y="3547872"/>
            <a:ext cx="73152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1" name="Shape 39"/>
          <p:cNvSpPr/>
          <p:nvPr/>
        </p:nvSpPr>
        <p:spPr>
          <a:xfrm>
            <a:off x="5394960" y="2999232"/>
            <a:ext cx="1207008" cy="1783080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94960" y="2999232"/>
            <a:ext cx="1207008" cy="2926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3" name="Text 41"/>
          <p:cNvSpPr/>
          <p:nvPr/>
        </p:nvSpPr>
        <p:spPr>
          <a:xfrm>
            <a:off x="5440680" y="29992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FastAPI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40680" y="3337560"/>
            <a:ext cx="11155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Process Request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01968" y="3547872"/>
            <a:ext cx="73152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6" name="Shape 44"/>
          <p:cNvSpPr/>
          <p:nvPr/>
        </p:nvSpPr>
        <p:spPr>
          <a:xfrm>
            <a:off x="6675120" y="2999232"/>
            <a:ext cx="1207008" cy="1783080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675120" y="2999232"/>
            <a:ext cx="1207008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6720840" y="29992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MongoDB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720840" y="3337560"/>
            <a:ext cx="11155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Save to Database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882128" y="3547872"/>
            <a:ext cx="73152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1" name="Shape 49"/>
          <p:cNvSpPr/>
          <p:nvPr/>
        </p:nvSpPr>
        <p:spPr>
          <a:xfrm>
            <a:off x="7955280" y="2999232"/>
            <a:ext cx="1207008" cy="1783080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955280" y="2999232"/>
            <a:ext cx="1207008" cy="2926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8001000" y="299923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Flutter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001000" y="3337560"/>
            <a:ext cx="11155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Show Result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17 Core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987552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87552"/>
            <a:ext cx="1371600" cy="27432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1307592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Voice Commands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82496" y="987552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82496" y="987552"/>
            <a:ext cx="1371600" cy="2743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1682496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1307592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Customer Khata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63824" y="987552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63824" y="987552"/>
            <a:ext cx="137160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163824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18688" y="1307592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Inventory Management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45152" y="987552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45152" y="987552"/>
            <a:ext cx="137160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4645152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0016" y="1307592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Transaction System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987552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987552"/>
            <a:ext cx="137160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81344" y="1307592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Multi-Wallet Tracking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07808" y="987552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07808" y="987552"/>
            <a:ext cx="137160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7607808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62672" y="1307592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Expense Tracking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1168" y="22860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1168" y="2286000"/>
            <a:ext cx="137160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201168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6032" y="260604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Employee Attendance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82496" y="22860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682496" y="2286000"/>
            <a:ext cx="137160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1682496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737360" y="260604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Salary Auto-Calculation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63824" y="22860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63824" y="2286000"/>
            <a:ext cx="137160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3163824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18688" y="260604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Leave Management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45152" y="22860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45152" y="2286000"/>
            <a:ext cx="1371600" cy="27432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43" name="Text 41"/>
          <p:cNvSpPr/>
          <p:nvPr/>
        </p:nvSpPr>
        <p:spPr>
          <a:xfrm>
            <a:off x="4645152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0016" y="260604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Bill / Receipt Gen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0" y="22860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2286000"/>
            <a:ext cx="1371600" cy="27432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81344" y="260604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 Analytics Dashboard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07808" y="22860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607808" y="2286000"/>
            <a:ext cx="1371600" cy="2743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51" name="Text 49"/>
          <p:cNvSpPr/>
          <p:nvPr/>
        </p:nvSpPr>
        <p:spPr>
          <a:xfrm>
            <a:off x="7607808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62672" y="260604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Demand Prediction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01168" y="3584448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01168" y="3584448"/>
            <a:ext cx="137160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5" name="Text 53"/>
          <p:cNvSpPr/>
          <p:nvPr/>
        </p:nvSpPr>
        <p:spPr>
          <a:xfrm>
            <a:off x="201168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56032" y="3904488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Smart Restock AI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682496" y="3584448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1682496" y="3584448"/>
            <a:ext cx="137160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9" name="Text 57"/>
          <p:cNvSpPr/>
          <p:nvPr/>
        </p:nvSpPr>
        <p:spPr>
          <a:xfrm>
            <a:off x="1682496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737360" y="3904488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Daily Reports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163824" y="3584448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163824" y="3584448"/>
            <a:ext cx="137160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3" name="Text 61"/>
          <p:cNvSpPr/>
          <p:nvPr/>
        </p:nvSpPr>
        <p:spPr>
          <a:xfrm>
            <a:off x="3163824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218688" y="3904488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USB / File Export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645152" y="3584448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45152" y="3584448"/>
            <a:ext cx="137160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7" name="Text 65"/>
          <p:cNvSpPr/>
          <p:nvPr/>
        </p:nvSpPr>
        <p:spPr>
          <a:xfrm>
            <a:off x="4645152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700016" y="3904488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Local Offline Backup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26480" y="3584448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126480" y="3584448"/>
            <a:ext cx="137160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1" name="Text 69"/>
          <p:cNvSpPr/>
          <p:nvPr/>
        </p:nvSpPr>
        <p:spPr>
          <a:xfrm>
            <a:off x="6126480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181344" y="3904488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Login &amp; Authentication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 Voice Intents — What the AI Understands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2084832" cy="175564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084832" cy="32918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" y="99669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record_payment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01752" y="1362456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Ali paid 500 rupees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" y="1856232"/>
            <a:ext cx="1938528" cy="18288"/>
          </a:xfrm>
          <a:prstGeom prst="rect">
            <a:avLst/>
          </a:prstGeom>
          <a:solidFill>
            <a:srgbClr val="00B4A6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01752" y="1929384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علی نے 500 روپے دیے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1448" y="960120"/>
            <a:ext cx="2084832" cy="175564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960120"/>
            <a:ext cx="2084832" cy="32918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99669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record_sale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14600" y="1362456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Sell 2 kg sugar to Ali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14600" y="1856232"/>
            <a:ext cx="1938528" cy="18288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1929384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علی کو چاول بیچو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54296" y="960120"/>
            <a:ext cx="2084832" cy="175564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960120"/>
            <a:ext cx="2084832" cy="3291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27448" y="99669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add_expense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27448" y="1362456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Electricity bill 3000 rupees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27448" y="1856232"/>
            <a:ext cx="1938528" cy="18288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27448" y="1929384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بجلی کا بل 3000 روپے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67144" y="960120"/>
            <a:ext cx="2084832" cy="175564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67144" y="960120"/>
            <a:ext cx="2084832" cy="32918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940296" y="99669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check_balance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0296" y="1362456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How much does Ali owe?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0296" y="1856232"/>
            <a:ext cx="1938528" cy="18288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940296" y="1929384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علی کا کتنا باقی ہے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2862072"/>
            <a:ext cx="2084832" cy="175564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862072"/>
            <a:ext cx="2084832" cy="3291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301752" y="289864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add_stock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1752" y="326440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Add 10 kg flour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1752" y="3758184"/>
            <a:ext cx="1938528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01752" y="3831336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10 کلو آٹا شامل کرو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41448" y="2862072"/>
            <a:ext cx="2084832" cy="175564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41448" y="2862072"/>
            <a:ext cx="2084832" cy="329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2514600" y="289864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mark_attendance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514600" y="326440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Ali is present today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14600" y="3758184"/>
            <a:ext cx="1938528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2514600" y="3831336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علی آج حاضر ہے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54296" y="2862072"/>
            <a:ext cx="2084832" cy="175564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54296" y="2862072"/>
            <a:ext cx="2084832" cy="32918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3" name="Text 41"/>
          <p:cNvSpPr/>
          <p:nvPr/>
        </p:nvSpPr>
        <p:spPr>
          <a:xfrm>
            <a:off x="4727448" y="289864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pay_salary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27448" y="326440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Pay Ali 15000 salary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27448" y="3758184"/>
            <a:ext cx="1938528" cy="18288"/>
          </a:xfrm>
          <a:prstGeom prst="rect">
            <a:avLst/>
          </a:prstGeom>
          <a:solidFill>
            <a:srgbClr val="EC4899">
              <a:alpha val="5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27448" y="3831336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علی کو تنخواہ دو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67144" y="2862072"/>
            <a:ext cx="2084832" cy="175564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67144" y="2862072"/>
            <a:ext cx="2084832" cy="32918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9" name="Text 47"/>
          <p:cNvSpPr/>
          <p:nvPr/>
        </p:nvSpPr>
        <p:spPr>
          <a:xfrm>
            <a:off x="6940296" y="289864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generate_bill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40296" y="3264408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Generate bill for Ali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40296" y="3758184"/>
            <a:ext cx="1938528" cy="18288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940296" y="3831336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علی کا بل بناؤ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Entities &amp; Training Data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87552"/>
            <a:ext cx="4206240" cy="2999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4206240" cy="402336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87552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Entities Extracted from Voice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572768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4813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person_name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0312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Ali, Usman, Ahmed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956816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865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amount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03120" y="18653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500, 2000, 15000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340864"/>
            <a:ext cx="201168" cy="201168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494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quantity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03120" y="224942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kilo, 5 bags, 10 pieces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72491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633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product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3120" y="26334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chawal, aata, cheeni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108960"/>
            <a:ext cx="201168" cy="20116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payment_method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0312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cash, JazzCash, Easypaisa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49300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401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unit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03120" y="34015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kilo, litre, bag, piece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987552"/>
            <a:ext cx="4206240" cy="2999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987552"/>
            <a:ext cx="4206240" cy="40233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987552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 Data Plan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73168" y="1527048"/>
            <a:ext cx="594360" cy="2743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15270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14813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Total sentences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73168" y="1911096"/>
            <a:ext cx="594360" cy="27432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19110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186537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Per intent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73168" y="2295144"/>
            <a:ext cx="59436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22951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0" y="224942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English per intent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73168" y="2679192"/>
            <a:ext cx="59436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26791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0" y="26334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Urdu per intent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73168" y="3063240"/>
            <a:ext cx="59436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2" name="Text 40"/>
          <p:cNvSpPr/>
          <p:nvPr/>
        </p:nvSpPr>
        <p:spPr>
          <a:xfrm>
            <a:off x="4773168" y="30632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0" y="3017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Punjabi per intent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73168" y="3447288"/>
            <a:ext cx="59436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5" name="Text 43"/>
          <p:cNvSpPr/>
          <p:nvPr/>
        </p:nvSpPr>
        <p:spPr>
          <a:xfrm>
            <a:off x="4773168" y="34472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0" y="3401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Whisper training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4096512"/>
            <a:ext cx="8595360" cy="713232"/>
          </a:xfrm>
          <a:prstGeom prst="rect">
            <a:avLst/>
          </a:prstGeom>
          <a:solidFill>
            <a:srgbClr val="132050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1330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</a:rPr>
              <a:t>CSV Format:  text  |  language  |  intent  |  person  |  amount  |  product  |  payment_method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44074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"Ali ne 500 rupay diye"  |  urdu  |  record_payment  |  Ali  |  500  |  —  |  cash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4B"/>
                </a:solidFill>
              </a:rPr>
              <a:t>Technology Stack — All Free &amp; Local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960120"/>
            <a:ext cx="2057400" cy="1627632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109728" cy="162763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698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A6"/>
                </a:solidFill>
              </a:rPr>
              <a:t>Frontend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36245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85623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Cross-platform mobile 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14016" y="960120"/>
            <a:ext cx="2057400" cy="1627632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14016" y="960120"/>
            <a:ext cx="109728" cy="162763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2596896" y="10698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Backend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96896" y="136245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96896" y="185623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High-performance REST APIs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960120"/>
            <a:ext cx="2057400" cy="1627632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960120"/>
            <a:ext cx="109728" cy="16276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10698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Database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9744" y="136245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9744" y="185623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NoSQL flexible schema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39712" y="960120"/>
            <a:ext cx="2057400" cy="1627632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39712" y="960120"/>
            <a:ext cx="109728" cy="16276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7022592" y="10698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Voice AI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22592" y="136245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22592" y="185623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Free local speech recognition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" y="2743200"/>
            <a:ext cx="2057400" cy="1627632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2743200"/>
            <a:ext cx="109728" cy="162763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85292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4899"/>
                </a:solidFill>
              </a:rPr>
              <a:t>NLP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4048" y="314553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BERT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4048" y="363931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Multilingual intent detection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14016" y="2743200"/>
            <a:ext cx="2057400" cy="1627632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14016" y="2743200"/>
            <a:ext cx="109728" cy="16276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2596896" y="285292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Analytics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96896" y="314553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96896" y="363931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 processing &amp; reports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26864" y="2743200"/>
            <a:ext cx="2057400" cy="1627632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26864" y="2743200"/>
            <a:ext cx="109728" cy="16276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4809744" y="285292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ML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9744" y="314553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09744" y="363931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Demand prediction model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39712" y="2743200"/>
            <a:ext cx="2057400" cy="1627632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39712" y="2743200"/>
            <a:ext cx="109728" cy="16276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7022592" y="285292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Auth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22592" y="3145536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22592" y="363931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Secure login &amp; sessions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MongoDB Database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87552"/>
            <a:ext cx="2779776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2779776" cy="384048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6984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03327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" y="1444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name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93192" y="17465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balance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93192" y="20482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phone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3192" y="2350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transaction_history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18688" y="987552"/>
            <a:ext cx="2779776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18688" y="987552"/>
            <a:ext cx="2779776" cy="384048"/>
          </a:xfrm>
          <a:prstGeom prst="rect">
            <a:avLst/>
          </a:prstGeom>
          <a:solidFill>
            <a:srgbClr val="6C63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069848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02736" y="103327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55848" y="1444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name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55848" y="17465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price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355848" y="20482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stock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55848" y="2350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unit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55848" y="2651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low_stock_threshold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81344" y="987552"/>
            <a:ext cx="2779776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81344" y="987552"/>
            <a:ext cx="2779776" cy="384048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069848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65392" y="103327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transactions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318504" y="1444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type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318504" y="17465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person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318504" y="20482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amount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318504" y="2350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method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318504" y="2651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date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56032" y="2926080"/>
            <a:ext cx="2779776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256032" y="2926080"/>
            <a:ext cx="2779776" cy="384048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008376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40080" y="297180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employees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393192" y="3383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name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393192" y="36850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salary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393192" y="39867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393192" y="42885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leave_balance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3218688" y="2926080"/>
            <a:ext cx="2779776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218688" y="2926080"/>
            <a:ext cx="2779776" cy="384048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008376"/>
            <a:ext cx="228600" cy="2286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3602736" y="297180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expenses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3355848" y="3383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type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3355848" y="36850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amount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3355848" y="39867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date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3355848" y="42885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6181344" y="2926080"/>
            <a:ext cx="2779776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6181344" y="2926080"/>
            <a:ext cx="2779776" cy="38404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008376"/>
            <a:ext cx="228600" cy="2286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565392" y="297180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reports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6318504" y="3383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date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6318504" y="36850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total_sales</a:t>
            </a:r>
            <a:endParaRPr lang="en-US" sz="1000" dirty="0"/>
          </a:p>
        </p:txBody>
      </p:sp>
      <p:sp>
        <p:nvSpPr>
          <p:cNvPr id="53" name="Text 45"/>
          <p:cNvSpPr/>
          <p:nvPr/>
        </p:nvSpPr>
        <p:spPr>
          <a:xfrm>
            <a:off x="6318504" y="39867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total_expenses</a:t>
            </a:r>
            <a:endParaRPr lang="en-US" sz="1000" dirty="0"/>
          </a:p>
        </p:txBody>
      </p:sp>
      <p:sp>
        <p:nvSpPr>
          <p:cNvPr id="54" name="Text 46"/>
          <p:cNvSpPr/>
          <p:nvPr/>
        </p:nvSpPr>
        <p:spPr>
          <a:xfrm>
            <a:off x="6318504" y="42885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profit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Learning Path — Complete Beginner to FYP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385876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40233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60120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Step 1 — Python Basics  (Days 1–10)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1536192"/>
            <a:ext cx="329184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53619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Variables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" y="2066544"/>
            <a:ext cx="329184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06654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Lists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2596896"/>
            <a:ext cx="329184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2596896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Dictionaries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4048" y="3127248"/>
            <a:ext cx="32918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12724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For Loops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3657600"/>
            <a:ext cx="32918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65760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Functions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84048" y="4187952"/>
            <a:ext cx="32918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418795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Installing &amp; Importing Libs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960120"/>
            <a:ext cx="4206240" cy="694944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960120"/>
            <a:ext cx="658368" cy="69494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11612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94960" y="9966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Whisper Setup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94960" y="12893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Days 11–12  •  Install Whisper, record your voice, transcribe Urdu/Punjabi/English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728216"/>
            <a:ext cx="4206240" cy="694944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728216"/>
            <a:ext cx="658368" cy="6949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19293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94960" y="1764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Collect Training Data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94960" y="205740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Days 13–17  •  400 sentences in Google Sheets — 8 intents × 50 sentences × 3 languages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496312"/>
            <a:ext cx="4206240" cy="694944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2496312"/>
            <a:ext cx="658368" cy="6949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26974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94960" y="2532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Hugging Face + BERT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394960" y="28254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Days 18–22  •  Fine-tune BERT on your 400 sentences. Takes ~10 mins to train on a laptop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264408"/>
            <a:ext cx="4206240" cy="694944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264408"/>
            <a:ext cx="658368" cy="69494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4655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94960" y="3300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FastAPI + MongoDB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394960" y="359359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Days 23–27  •  Build one endpoint. Send text → get intent back. Test with Postman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4032504"/>
            <a:ext cx="4206240" cy="694944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4032504"/>
            <a:ext cx="658368" cy="6949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42336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39496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Connect to Flutter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394960" y="436168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Days 28–30  •  Send audio from Flutter to FastAPI. Display result on screen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20-Week Development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87552"/>
            <a:ext cx="1261872" cy="20116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6" name="Shape 4"/>
          <p:cNvSpPr/>
          <p:nvPr/>
        </p:nvSpPr>
        <p:spPr>
          <a:xfrm>
            <a:off x="1627632" y="987552"/>
            <a:ext cx="2103120" cy="20116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3730752" y="987552"/>
            <a:ext cx="1682496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5413248" y="987552"/>
            <a:ext cx="210312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7516368" y="987552"/>
            <a:ext cx="1261872" cy="20116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" y="1298448"/>
            <a:ext cx="1188720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" y="1298448"/>
            <a:ext cx="1188720" cy="43891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" y="13716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182880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A6"/>
                </a:solidFill>
              </a:rPr>
              <a:t>Wks 1–3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" y="212140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Foundation &amp; Setup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" y="2670048"/>
            <a:ext cx="1060704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GitHub, Flutter, FastAPI, MongoDB, Auth, Login UI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64208" y="1298448"/>
            <a:ext cx="2029968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64208" y="1298448"/>
            <a:ext cx="2029968" cy="43891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496312" y="13716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49631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0784" y="182880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Wks 4–8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09928" y="2121408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Core Business Features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28216" y="2670048"/>
            <a:ext cx="1901952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Customer Khata, Inventory, Transactions, Multi-Wallet, Expenses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67328" y="1298448"/>
            <a:ext cx="1609344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67328" y="1298448"/>
            <a:ext cx="1609344" cy="4389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0" y="13716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03904" y="182880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Wks 9–12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13048" y="2121408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Employee &amp; Billing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31336" y="2670048"/>
            <a:ext cx="148132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Attendance, Salary, Leave Mgmt, Bill/Receipt Gen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49824" y="1298448"/>
            <a:ext cx="2029968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49824" y="1298448"/>
            <a:ext cx="2029968" cy="43891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Shape 31"/>
          <p:cNvSpPr/>
          <p:nvPr/>
        </p:nvSpPr>
        <p:spPr>
          <a:xfrm>
            <a:off x="6281928" y="13716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281928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0" y="182880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Wks 13–17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95544" y="2121408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AI &amp; Analytics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2670048"/>
            <a:ext cx="1901952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Voice AI, NLP Pipeline, Analytics Dashboard, Demand Prediction, Restock AI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52944" y="1298448"/>
            <a:ext cx="1188720" cy="3547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52944" y="1298448"/>
            <a:ext cx="1188720" cy="43891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0" name="Shape 38"/>
          <p:cNvSpPr/>
          <p:nvPr/>
        </p:nvSpPr>
        <p:spPr>
          <a:xfrm>
            <a:off x="7964424" y="13716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7964424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89520" y="182880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Wks 18–20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98664" y="212140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Reports &amp; Polish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616952" y="2670048"/>
            <a:ext cx="1060704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Daily Reports, USB Export, Offline Backup, Testing, Final Demo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Risks — Know These Before You Build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731520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06424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332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Urdu / Punjabi NLP Accuracy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1380744"/>
            <a:ext cx="658368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3807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19072" y="105156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Whisper transcribes well but BERT intent detection needs custom data. Start collecting Urdu/Punjabi sentences from Day 1.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64792"/>
            <a:ext cx="8595360" cy="731520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911096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18379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Voice Pipeline Complexity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2185416"/>
            <a:ext cx="658368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1854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719072" y="185623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Connecting voice → NLP → FastAPI → MongoDB without errors is hard. Budget extra time for Phase 4 debugging.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69464"/>
            <a:ext cx="8595360" cy="731520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715768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26426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ML Needs Enough Training Data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2990088"/>
            <a:ext cx="658368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9900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19072" y="2660904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Scikit-learn demand prediction needs real sales data. Prepare a synthetic dataset now for the demo if needed.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374136"/>
            <a:ext cx="8595360" cy="731520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5204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34472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Urdu PDF Rendering (RTL Text)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4400" y="3794760"/>
            <a:ext cx="658368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37947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719072" y="3465576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ReportLab can struggle with Urdu right-to-left text. Test this in Week 12, not Week 18 when it is too late.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178808"/>
            <a:ext cx="8595360" cy="731520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" y="4325112"/>
            <a:ext cx="457200" cy="45720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" y="4251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Flutter State Management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14400" y="4599432"/>
            <a:ext cx="658368" cy="23774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5994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LOW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719072" y="427024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Decide on Provider or Riverpod at the very start of Phase 1. Changing it later wastes a lot of time.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5029200" cy="5029200"/>
          </a:xfrm>
          <a:prstGeom prst="ellipse">
            <a:avLst/>
          </a:prstGeom>
          <a:solidFill>
            <a:srgbClr val="00B4A6">
              <a:alpha val="12000"/>
            </a:srgbClr>
          </a:solidFill>
          <a:ln w="12700">
            <a:solidFill>
              <a:srgbClr val="00B4A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4114800" cy="41148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960120"/>
            <a:ext cx="5852160" cy="5029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Khata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B4A6"/>
                </a:solidFill>
              </a:rPr>
              <a:t>Voice-first AI business management for Pakistani shopkeepers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45920" y="2651760"/>
            <a:ext cx="585216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834640"/>
            <a:ext cx="1920240" cy="102412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88036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2834640"/>
            <a:ext cx="1920240" cy="102412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288036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33832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Languages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834640"/>
            <a:ext cx="1920240" cy="102412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288036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33832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 Intents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2834640"/>
            <a:ext cx="1920240" cy="1024128"/>
          </a:xfrm>
          <a:prstGeom prst="rect">
            <a:avLst/>
          </a:prstGeom>
          <a:solidFill>
            <a:srgbClr val="13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288036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29400" y="33832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Weeks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1554480" cy="25603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05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Foundation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4005072"/>
            <a:ext cx="1554480" cy="25603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Text 21"/>
          <p:cNvSpPr/>
          <p:nvPr/>
        </p:nvSpPr>
        <p:spPr>
          <a:xfrm>
            <a:off x="2103120" y="4005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Core Features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749040" y="4005072"/>
            <a:ext cx="1554480" cy="2560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4005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Employee &amp; Billing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394960" y="4005072"/>
            <a:ext cx="155448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4005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AI &amp; Analytics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040880" y="4005072"/>
            <a:ext cx="1554480" cy="25603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4005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Reports &amp; Polish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Flutter  •  FastAPI  •  MongoDB  •  Whisper  •  Hugging Face  •  Scikit-learn  •  JWT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Smart Khata – Complete Project Guide</dc:title>
  <dc:subject>PptxGenJS Presentation</dc:subject>
  <dc:creator>PptxGenJS</dc:creator>
  <cp:lastModifiedBy>PptxGenJS</cp:lastModifiedBy>
  <cp:revision>1</cp:revision>
  <dcterms:created xsi:type="dcterms:W3CDTF">2026-04-04T20:07:12Z</dcterms:created>
  <dcterms:modified xsi:type="dcterms:W3CDTF">2026-04-04T20:07:12Z</dcterms:modified>
</cp:coreProperties>
</file>